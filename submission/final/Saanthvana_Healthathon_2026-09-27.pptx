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60" r:id="Rd6c92623501342cb"/>
    <p:sldId xmlns:r="http://schemas.openxmlformats.org/officeDocument/2006/relationships" id="262" r:id="Rd37524cd11a946eb"/>
    <p:sldId xmlns:r="http://schemas.openxmlformats.org/officeDocument/2006/relationships" id="261" r:id="Re83c611e8e934a20"/>
    <p:sldId xmlns:r="http://schemas.openxmlformats.org/officeDocument/2006/relationships" id="259" r:id="R59166dac17cf49bf"/>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(सांत्वना) means comfort and reassurance.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https://saanthvana.wedevit.in/. GitHub opens the public project repository; WhatsApp is a contact for questions, not an access request. Entry: Cancer / Patient and Caregiver / Family &amp; Caregiver Support. The cover presents Saanthvana as one connected cancer-care record for patients, families and care teams, centred on patient values and easier access to support.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Saanthvana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Saanthvana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Saanthvana.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Saanthvana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f435501c8d849b1"/><Relationship Type="http://schemas.openxmlformats.org/officeDocument/2006/relationships/image" Target="/ppt/media/image.jpeg" Id="R67b096afd75e47f8"/><Relationship Type="http://schemas.openxmlformats.org/officeDocument/2006/relationships/image" Target="/ppt/media/image.svg" Id="Ra14bc79648b74bd1"/><Relationship Type="http://schemas.openxmlformats.org/officeDocument/2006/relationships/image" Target="/ppt/media/image.png" Id="R8a3b53d0d79f4b84"/><Relationship Type="http://schemas.openxmlformats.org/officeDocument/2006/relationships/hyperlink" Target="https://saanthvana.wedevit.in/" TargetMode="External" Id="R593aca00b6c74443"/><Relationship Type="http://schemas.openxmlformats.org/officeDocument/2006/relationships/image" Target="/ppt/media/image2.jpeg" Id="R4e3bea323c2742cd"/><Relationship Type="http://schemas.openxmlformats.org/officeDocument/2006/relationships/image" Target="/ppt/media/image2.svg" Id="Rb460003250414198"/><Relationship Type="http://schemas.openxmlformats.org/officeDocument/2006/relationships/hyperlink" Target="https://github.com/basithladdu/healthathon" TargetMode="External" Id="R85748387410e4b26"/><Relationship Type="http://schemas.openxmlformats.org/officeDocument/2006/relationships/image" Target="/ppt/media/image2.png" Id="R27759e5c1c1f41f0"/><Relationship Type="http://schemas.openxmlformats.org/officeDocument/2006/relationships/image" Target="/ppt/media/image3.svg" Id="Rad2f2ba686374324"/><Relationship Type="http://schemas.openxmlformats.org/officeDocument/2006/relationships/hyperlink" Target="https://wa.me/919553321211" TargetMode="External" Id="Rd8d0cc57c67245d2"/><Relationship Type="http://schemas.openxmlformats.org/officeDocument/2006/relationships/hyperlink" Target="https://wa.me/919553321211" TargetMode="External" Id="R2526c413a84f477c"/><Relationship Type="http://schemas.openxmlformats.org/officeDocument/2006/relationships/image" Target="/ppt/media/image3.png" Id="R66b1e8c459bd4bcf"/><Relationship Type="http://schemas.openxmlformats.org/officeDocument/2006/relationships/image" Target="/ppt/media/image4.png" Id="R5961c383bdc14943"/><Relationship Type="http://schemas.openxmlformats.org/officeDocument/2006/relationships/notesSlide" Target="/ppt/notesSlides/notesSlide1.xml" Id="R80f0f97949594eb6"/><Relationship Id="RcodexDriveIcon" Type="http://schemas.openxmlformats.org/officeDocument/2006/relationships/image" Target="/ppt/media/saanthvana-drive.png"/><Relationship Id="RcodexDriveFolder" Type="http://schemas.openxmlformats.org/officeDocument/2006/relationships/hyperlink" Target="https://drive.google.com/drive/folders/1WPtw-7iEZoMObEr4pzd9-Gziyo9D3VYV?usp=drive_link"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saanthvana.wedevit.in/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saanthvana.wedevit.in/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saanthvana.wedevit.in/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saanthvana.wedevit.in/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saanthvana.wedevit.in/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saanthvana.wedevit.in/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saanthvana.wedevit.in/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saanthvana.wedevit.in/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saanthvana.wedevit.in/costs" TargetMode="External" Id="Rf4880cd3a86e4fa4" /><Relationship Type="http://schemas.openxmlformats.org/officeDocument/2006/relationships/image" Target="/ppt/media/image6.jpeg" Id="R1d8be228ee2a42c0" /><Relationship Type="http://schemas.openxmlformats.org/officeDocument/2006/relationships/hyperlink" Target="https://saanthvana.wedevit.in/"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Calibri"/>
                <a:ea typeface="Calibri"/>
                <a:cs typeface="Calibri"/>
              </a:defRPr>
            </a:pPr>
            <a:r>
              <a:rPr sz="4350" b="1">
                <a:solidFill>
                  <a:srgbClr val="173F33"/>
                </a:solidFill>
                <a:latin typeface="Calibri"/>
                <a:ea typeface="Calibri"/>
                <a:cs typeface="Calibri"/>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Calibri"/>
                <a:ea typeface="Calibri"/>
                <a:cs typeface="Calibri"/>
              </a:defRPr>
            </a:pPr>
            <a:r>
              <a:rPr sz="2400" b="0">
                <a:solidFill>
                  <a:srgbClr val="B75E43"/>
                </a:solidFill>
                <a:latin typeface="Calibri"/>
                <a:ea typeface="Calibri"/>
                <a:cs typeface="Calibri"/>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Calibri"/>
                <a:ea typeface="Calibri"/>
                <a:cs typeface="Calibri"/>
              </a:defRPr>
            </a:pPr>
            <a:r>
              <a:rPr sz="2250" b="1">
                <a:solidFill>
                  <a:srgbClr val="173F33"/>
                </a:solidFill>
                <a:latin typeface="Calibri"/>
                <a:ea typeface="Calibri"/>
                <a:cs typeface="Calibri"/>
              </a:rPr>
              <a:t>One place for cancer-care records, medicines, visits and local support. Doctors and families can find what matters, when it matters.</a:t>
            </a:r>
          </a:p>
        </p:txBody>
      </p:sp>
      <p:pic>
        <p:nvPicPr>
          <p:cNvPr id="43" name="Saanthvana website QR code" descr="Scan to open saanthvana.wedevit.in"/>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2D5F9A"/>
                </a:solidFill>
                <a:latin typeface="Calibri"/>
                <a:ea typeface="Calibri"/>
                <a:cs typeface="Calibri"/>
              </a:defRPr>
            </a:pPr>
            <a:r>
              <a:rPr sz="3150" b="1" u="sng">
                <a:solidFill>
                  <a:srgbClr val="2D5F9A"/>
                </a:solidFill>
                <a:latin typeface="Calibri"/>
                <a:ea typeface="Calibri"/>
                <a:cs typeface="Calibri"/>
                <a:hlinkClick xmlns:r="http://schemas.openxmlformats.org/officeDocument/2006/relationships" r:id="R593aca00b6c74443"/>
              </a:rPr>
              <a:t>saanthvana.wedevit.in</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Calibri"/>
                <a:ea typeface="Calibri"/>
                <a:cs typeface="Calibri"/>
              </a:defRPr>
            </a:pPr>
            <a:r>
              <a:rPr sz="1725" b="1" u="sng">
                <a:solidFill>
                  <a:srgbClr val="128C4A"/>
                </a:solidFill>
                <a:latin typeface="Calibri"/>
                <a:ea typeface="Calibri"/>
                <a:cs typeface="Calibri"/>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Calibri"/>
                <a:ea typeface="Calibri"/>
                <a:cs typeface="Calibri"/>
              </a:defRPr>
            </a:pPr>
            <a:r>
              <a:rPr sz="1500" b="0" u="sng">
                <a:solidFill>
                  <a:srgbClr val="128C4A"/>
                </a:solidFill>
                <a:latin typeface="Calibri"/>
                <a:ea typeface="Calibri"/>
                <a:cs typeface="Calibri"/>
                <a:hlinkClick xmlns:r="http://schemas.openxmlformats.org/officeDocument/2006/relationships" r:id="R2526c413a84f477c"/>
              </a:rPr>
              <a:t>wa.me/919553321211</a:t>
            </a:r>
          </a:p>
        </p:txBody>
      </p:sp>
      <p:pic>
        <p:nvPicPr>
          <p:cNvPr id="65" name="Google Drive logo" descr="Google Drive logo"/>
          <p:cNvPicPr>
            <a:picLocks xmlns:a="http://schemas.openxmlformats.org/drawingml/2006/main" noChangeAspect="1"/>
          </p:cNvPicPr>
          <p:nvPr/>
        </p:nvPicPr>
        <p:blipFill>
          <a:blip xmlns:r="http://schemas.openxmlformats.org/officeDocument/2006/relationships" xmlns:a="http://schemas.openxmlformats.org/drawingml/2006/main" r:embed="RcodexDriveIcon"/>
          <a:srcRect xmlns:a="http://schemas.openxmlformats.org/drawingml/2006/main" l="0" t="0" r="0" b="0"/>
          <a:stretch xmlns:a="http://schemas.openxmlformats.org/drawingml/2006/main">
            <a:fillRect l="0" t="0" r="0" b="0"/>
          </a:stretch>
        </p:blipFill>
        <p:spPr>
          <a:xfrm xmlns:a="http://schemas.openxmlformats.org/drawingml/2006/main">
            <a:off x="533400" y="4600575"/>
            <a:ext cx="228600" cy="228600"/>
          </a:xfrm>
          <a:prstGeom xmlns:a="http://schemas.openxmlformats.org/drawingml/2006/main" prst="rect">
            <a:avLst/>
          </a:prstGeom>
        </p:spPr>
      </p:pic>
      <p:sp>
        <p:nvSpPr>
          <p:cNvPr id="66" name="Video folder link">
            <a:extLst xmlns:a="http://schemas.openxmlformats.org/drawingml/2006/main">
              <a:ext uri="{FF2B5EF4-FFF2-40B4-BE49-F238E27FC236}">
                <a16:creationId xmlns:a16="http://schemas.microsoft.com/office/drawing/2014/main" id="{53CB6DB9-9053-4086-AF9B-89CC78B7D17F}"/>
              </a:ext>
            </a:extLst>
          </p:cNvPr>
          <p:cNvSpPr>
            <a:spLocks xmlns:a="http://schemas.openxmlformats.org/drawingml/2006/main" noGrp="1"/>
          </p:cNvSpPr>
          <p:nvPr/>
        </p:nvSpPr>
        <p:spPr>
          <a:xfrm xmlns:a="http://schemas.openxmlformats.org/drawingml/2006/main">
            <a:off x="962025" y="4572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codexDriveFolder"/>
              </a:rPr>
              <a:t>Video walkthrough · upload by weekend</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Calibri"/>
                <a:ea typeface="Calibri"/>
                <a:cs typeface="Calibri"/>
              </a:defRPr>
            </a:pPr>
            <a:r>
              <a:rPr sz="1500" b="0">
                <a:solidFill>
                  <a:srgbClr val="53655C"/>
                </a:solidFill>
                <a:latin typeface="Calibri"/>
                <a:ea typeface="Calibri"/>
                <a:cs typeface="Calibri"/>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Abdul</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Muhammad</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Sharada</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Sujay</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Medical student</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Georgia"/>
                <a:ea typeface="Georgia"/>
                <a:cs typeface="Georgia"/>
              </a:defRPr>
            </a:pPr>
            <a:r>
              <a:rPr sz="3075" b="1">
                <a:solidFill>
                  <a:srgbClr val="FFFFFF"/>
                </a:solidFill>
                <a:latin typeface="Georgia"/>
                <a:ea typeface="Georgia"/>
                <a:cs typeface="Georgia"/>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Calibri"/>
                <a:ea typeface="Calibri"/>
                <a:cs typeface="Calibri"/>
              </a:defRPr>
            </a:pPr>
            <a:r>
              <a:rPr sz="2175" b="1">
                <a:solidFill>
                  <a:srgbClr val="FFFFFF"/>
                </a:solidFill>
                <a:latin typeface="Calibri"/>
                <a:ea typeface="Calibri"/>
                <a:cs typeface="Calibri"/>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Calibri"/>
                <a:ea typeface="Calibri"/>
                <a:cs typeface="Calibri"/>
              </a:defRPr>
            </a:pPr>
            <a:r>
              <a:rPr sz="1163" b="0">
                <a:solidFill>
                  <a:srgbClr val="DAEDEF"/>
                </a:solidFill>
                <a:latin typeface="Calibri"/>
                <a:ea typeface="Calibri"/>
                <a:cs typeface="Calibri"/>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56CBB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Calibri"/>
                <a:ea typeface="Calibri"/>
                <a:cs typeface="Calibri"/>
              </a:defRPr>
            </a:pPr>
            <a:r>
              <a:rPr sz="2100" b="1">
                <a:solidFill>
                  <a:srgbClr val="073F49"/>
                </a:solidFill>
                <a:latin typeface="Calibri"/>
                <a:ea typeface="Calibri"/>
                <a:cs typeface="Calibri"/>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0B84B"/>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Calibri"/>
                <a:ea typeface="Calibri"/>
                <a:cs typeface="Calibri"/>
              </a:defRPr>
            </a:pPr>
            <a:r>
              <a:rPr sz="2100" b="1">
                <a:solidFill>
                  <a:srgbClr val="073F49"/>
                </a:solidFill>
                <a:latin typeface="Calibri"/>
                <a:ea typeface="Calibri"/>
                <a:cs typeface="Calibri"/>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E46E83"/>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Calibri"/>
                <a:ea typeface="Calibri"/>
                <a:cs typeface="Calibri"/>
              </a:defRPr>
            </a:pPr>
            <a:r>
              <a:rPr sz="2100" b="1">
                <a:solidFill>
                  <a:srgbClr val="073F49"/>
                </a:solidFill>
                <a:latin typeface="Calibri"/>
                <a:ea typeface="Calibri"/>
                <a:cs typeface="Calibri"/>
              </a:rPr>
              <a:t>The family disagrees</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575" b="0">
                <a:solidFill>
                  <a:srgbClr val="FFFFFF"/>
                </a:solidFill>
                <a:latin typeface="Calibri"/>
                <a:ea typeface="Calibri"/>
                <a:cs typeface="Calibri"/>
              </a:rPr>
              <a:t>Her husband says yes; her daughter says no. Her son pays for treatment but is away. They cannot agree,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Calibri"/>
                <a:ea typeface="Calibri"/>
                <a:cs typeface="Calibri"/>
              </a:defRPr>
            </a:pPr>
            <a:r>
              <a:rPr sz="2025" b="1">
                <a:solidFill>
                  <a:srgbClr val="FFFFFF"/>
                </a:solidFill>
                <a:latin typeface="Calibri"/>
                <a:ea typeface="Calibri"/>
                <a:cs typeface="Calibri"/>
              </a:rPr>
              <a:t>When the patient cannot speak, the family needs to know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Calibri"/>
                <a:ea typeface="Calibri"/>
                <a:cs typeface="Calibri"/>
              </a:defRPr>
            </a:pPr>
            <a:r>
              <a:rPr sz="3300" b="1">
                <a:solidFill>
                  <a:srgbClr val="B75E43"/>
                </a:solidFill>
                <a:latin typeface="Calibri"/>
                <a:ea typeface="Calibri"/>
                <a:cs typeface="Calibri"/>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Calibri"/>
                <a:ea typeface="Calibri"/>
                <a:cs typeface="Calibri"/>
              </a:defRPr>
            </a:pPr>
            <a:r>
              <a:rPr sz="3300" b="1">
                <a:solidFill>
                  <a:srgbClr val="157B68"/>
                </a:solidFill>
                <a:latin typeface="Calibri"/>
                <a:ea typeface="Calibri"/>
                <a:cs typeface="Calibri"/>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Calibri"/>
                <a:ea typeface="Calibri"/>
                <a:cs typeface="Calibri"/>
              </a:defRPr>
            </a:pPr>
            <a:r>
              <a:rPr sz="3300" b="1">
                <a:solidFill>
                  <a:srgbClr val="7353AC"/>
                </a:solidFill>
                <a:latin typeface="Calibri"/>
                <a:ea typeface="Calibri"/>
                <a:cs typeface="Calibri"/>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Calibri"/>
                <a:ea typeface="Calibri"/>
                <a:cs typeface="Calibri"/>
              </a:defRPr>
            </a:pPr>
            <a:r>
              <a:rPr sz="3300" b="1">
                <a:solidFill>
                  <a:srgbClr val="4357C7"/>
                </a:solidFill>
                <a:latin typeface="Calibri"/>
                <a:ea typeface="Calibri"/>
                <a:cs typeface="Calibri"/>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Calibri"/>
                <a:ea typeface="Calibri"/>
                <a:cs typeface="Calibri"/>
              </a:defRPr>
            </a:pPr>
            <a:r>
              <a:rPr sz="1950" b="1">
                <a:solidFill>
                  <a:srgbClr val="173F33"/>
                </a:solidFill>
                <a:latin typeface="Calibri"/>
                <a:ea typeface="Calibri"/>
                <a:cs typeface="Calibri"/>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Calibri"/>
                <a:ea typeface="Calibri"/>
                <a:cs typeface="Calibri"/>
              </a:defRPr>
            </a:pPr>
            <a:r>
              <a:rPr sz="1538" b="0">
                <a:solidFill>
                  <a:srgbClr val="173F33"/>
                </a:solidFill>
                <a:latin typeface="Calibri"/>
                <a:ea typeface="Calibri"/>
                <a:cs typeface="Calibri"/>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Calibri"/>
                <a:ea typeface="Calibri"/>
                <a:cs typeface="Calibri"/>
              </a:defRPr>
            </a:pPr>
            <a:r>
              <a:rPr sz="1163" b="0">
                <a:solidFill>
                  <a:srgbClr val="53655C"/>
                </a:solidFill>
                <a:latin typeface="Calibri"/>
                <a:ea typeface="Calibri"/>
                <a:cs typeface="Calibri"/>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Calibri"/>
                <a:ea typeface="Calibri"/>
                <a:cs typeface="Calibri"/>
              </a:defRPr>
            </a:pPr>
            <a:r>
              <a:rPr sz="1200" b="0">
                <a:solidFill>
                  <a:srgbClr val="53655C"/>
                </a:solidFill>
                <a:latin typeface="Calibri"/>
                <a:ea typeface="Calibri"/>
                <a:cs typeface="Calibri"/>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Calibri"/>
                <a:ea typeface="Calibri"/>
                <a:cs typeface="Calibri"/>
              </a:defRPr>
            </a:pPr>
            <a:r>
              <a:rPr sz="1800" b="1">
                <a:solidFill>
                  <a:srgbClr val="7353AC"/>
                </a:solidFill>
                <a:latin typeface="Calibri"/>
                <a:ea typeface="Calibri"/>
                <a:cs typeface="Calibri"/>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2D5F9A"/>
                </a:solidFill>
                <a:latin typeface="Calibri"/>
                <a:ea typeface="Calibri"/>
                <a:cs typeface="Calibri"/>
              </a:defRPr>
            </a:pPr>
            <a:r>
              <a:rPr sz="1425" b="0" u="sng">
                <a:solidFill>
                  <a:srgbClr val="2D5F9A"/>
                </a:solidFill>
                <a:latin typeface="Calibri"/>
                <a:ea typeface="Calibri"/>
                <a:cs typeface="Calibri"/>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2D5F9A"/>
                </a:solidFill>
                <a:latin typeface="Calibri"/>
                <a:ea typeface="Calibri"/>
                <a:cs typeface="Calibri"/>
              </a:defRPr>
            </a:pPr>
            <a:r>
              <a:rPr sz="975" b="0" u="sng">
                <a:solidFill>
                  <a:srgbClr val="2D5F9A"/>
                </a:solidFill>
                <a:latin typeface="Calibri"/>
                <a:ea typeface="Calibri"/>
                <a:cs typeface="Calibri"/>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Saanthvana keeps your cancer care in one place</a:t>
            </a:r>
          </a:p>
        </p:txBody>
      </p:sp>
      <p:pic>
        <p:nvPicPr>
          <p:cNvPr id="24" name="Live Saanthvana patient homepage" descr="Patient homepage captured from saanthvana.wedevit.in"/>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2D5F9A"/>
                </a:solidFill>
                <a:latin typeface="Calibri"/>
                <a:ea typeface="Calibri"/>
                <a:cs typeface="Calibri"/>
              </a:defRPr>
            </a:pPr>
            <a:r>
              <a:rPr sz="1800" b="1" u="sng">
                <a:solidFill>
                  <a:srgbClr val="2D5F9A"/>
                </a:solidFill>
                <a:latin typeface="Calibri"/>
                <a:ea typeface="Calibri"/>
                <a:cs typeface="Calibri"/>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2D5F9A"/>
                </a:solidFill>
                <a:latin typeface="Calibri"/>
                <a:ea typeface="Calibri"/>
                <a:cs typeface="Calibri"/>
              </a:defRPr>
            </a:pPr>
            <a:r>
              <a:rPr sz="1725" b="1" u="sng">
                <a:solidFill>
                  <a:srgbClr val="2D5F9A"/>
                </a:solidFill>
                <a:latin typeface="Calibri"/>
                <a:ea typeface="Calibri"/>
                <a:cs typeface="Calibri"/>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2D5F9A"/>
                </a:solidFill>
                <a:latin typeface="Calibri"/>
                <a:ea typeface="Calibri"/>
                <a:cs typeface="Calibri"/>
              </a:defRPr>
            </a:pPr>
            <a:r>
              <a:rPr sz="1425" b="1" u="sng">
                <a:solidFill>
                  <a:srgbClr val="2D5F9A"/>
                </a:solidFill>
                <a:latin typeface="Calibri"/>
                <a:ea typeface="Calibri"/>
                <a:cs typeface="Calibri"/>
                <a:hlinkClick xmlns:r="http://schemas.openxmlformats.org/officeDocument/2006/relationships" r:id="Rf2d11867fa694910"/>
              </a:rPr>
              <a:t>OPEN - saanthvana.wedevit.in</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Calibri"/>
                <a:ea typeface="Calibri"/>
                <a:cs typeface="Calibri"/>
              </a:defRPr>
            </a:pPr>
            <a:r>
              <a:rPr sz="1800" b="0">
                <a:solidFill>
                  <a:srgbClr val="53655C"/>
                </a:solidFill>
                <a:latin typeface="Calibri"/>
                <a:ea typeface="Calibri"/>
                <a:cs typeface="Calibri"/>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Calibri"/>
                <a:ea typeface="Calibri"/>
                <a:cs typeface="Calibri"/>
              </a:defRPr>
            </a:pPr>
            <a:r>
              <a:rPr sz="1575" b="0">
                <a:solidFill>
                  <a:srgbClr val="53655C"/>
                </a:solidFill>
                <a:latin typeface="Calibri"/>
                <a:ea typeface="Calibri"/>
                <a:cs typeface="Calibri"/>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4DDCB"/>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Georgia"/>
                <a:ea typeface="Georgia"/>
                <a:cs typeface="Georgia"/>
              </a:defRPr>
            </a:pPr>
            <a:r>
              <a:rPr sz="2925" b="1">
                <a:solidFill>
                  <a:srgbClr val="173F33"/>
                </a:solidFill>
                <a:latin typeface="Georgia"/>
                <a:ea typeface="Georgia"/>
                <a:cs typeface="Georgia"/>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Calibri"/>
                <a:ea typeface="Calibri"/>
                <a:cs typeface="Calibri"/>
              </a:defRPr>
            </a:pPr>
            <a:r>
              <a:rPr sz="1875" b="0">
                <a:solidFill>
                  <a:srgbClr val="53655C"/>
                </a:solidFill>
                <a:latin typeface="Calibri"/>
                <a:ea typeface="Calibri"/>
                <a:cs typeface="Calibri"/>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nthvana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2D5F9A"/>
                </a:solidFill>
                <a:latin typeface="Calibri"/>
                <a:ea typeface="Calibri"/>
                <a:cs typeface="Calibri"/>
              </a:defRPr>
            </a:pPr>
            <a:r>
              <a:rPr sz="1313" b="0" u="sng">
                <a:solidFill>
                  <a:srgbClr val="2D5F9A"/>
                </a:solidFill>
                <a:latin typeface="Calibri"/>
                <a:ea typeface="Calibri"/>
                <a:cs typeface="Calibri"/>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Georgia"/>
                <a:ea typeface="Georgia"/>
                <a:cs typeface="Georgia"/>
              </a:defRPr>
            </a:pPr>
            <a:r>
              <a:rPr sz="3450" b="1">
                <a:solidFill>
                  <a:srgbClr val="FFD154"/>
                </a:solidFill>
                <a:latin typeface="Georgia"/>
                <a:ea typeface="Georgia"/>
                <a:cs typeface="Georgia"/>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Georgia"/>
        <a:ea typeface="Georgia"/>
        <a:cs typeface="Georgia"/>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