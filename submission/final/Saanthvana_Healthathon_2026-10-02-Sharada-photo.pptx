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77eb3fcb5b4ab6" /><Relationship Type="http://schemas.openxmlformats.org/officeDocument/2006/relationships/extended-properties" Target="/docProps/app.xml" Id="R780139788fa14364" /><Relationship Type="http://schemas.openxmlformats.org/officeDocument/2006/relationships/officeDocument" Target="/ppt/presentation.xml" Id="R2ee0001fff9f4885" /></Relationships>
</file>

<file path=ppt/presentation.xml><?xml version="1.0" encoding="utf-8"?>
<p:presentation xmlns:p="http://schemas.openxmlformats.org/presentationml/2006/main">
  <p:sldMasterIdLst>
    <p:sldMasterId xmlns:r="http://schemas.openxmlformats.org/officeDocument/2006/relationships" id="2147483648" r:id="R68f56ea220f54a09"/>
  </p:sldMasterIdLst>
  <p:notesMasterIdLst>
    <p:notesMasterId xmlns:r="http://schemas.openxmlformats.org/officeDocument/2006/relationships" r:id="R9821a3c00c774e52"/>
  </p:notesMasterIdLst>
  <p:sldIdLst>
    <p:sldId xmlns:r="http://schemas.openxmlformats.org/officeDocument/2006/relationships" id="256" r:id="R914aca0435664c85"/>
    <p:sldId xmlns:r="http://schemas.openxmlformats.org/officeDocument/2006/relationships" id="257" r:id="R3725c5c038ba4a0d"/>
    <p:sldId xmlns:r="http://schemas.openxmlformats.org/officeDocument/2006/relationships" id="258" r:id="Rd5ed35591f5f4ab7"/>
    <p:sldId xmlns:r="http://schemas.openxmlformats.org/officeDocument/2006/relationships" id="260" r:id="Rd6c92623501342cb"/>
    <p:sldId xmlns:r="http://schemas.openxmlformats.org/officeDocument/2006/relationships" id="262" r:id="Rd37524cd11a946eb"/>
    <p:sldId xmlns:r="http://schemas.openxmlformats.org/officeDocument/2006/relationships" id="261" r:id="Re83c611e8e934a20"/>
    <p:sldId xmlns:r="http://schemas.openxmlformats.org/officeDocument/2006/relationships" id="259" r:id="R59166dac17cf49bf"/>
    <p:sldId xmlns:r="http://schemas.openxmlformats.org/officeDocument/2006/relationships" id="263" r:id="R841b7f7ae6cb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d36b133c284740" /><Relationship Type="http://schemas.openxmlformats.org/officeDocument/2006/relationships/slideMaster" Target="/ppt/slideMasters/slideMaster1.xml" Id="R68f56ea220f54a09" /><Relationship Type="http://schemas.openxmlformats.org/officeDocument/2006/relationships/notesMaster" Target="/ppt/notesMasters/notesMaster1.xml" Id="R9821a3c00c774e52" /><Relationship Type="http://schemas.openxmlformats.org/officeDocument/2006/relationships/presProps" Target="/ppt/presProps.xml" Id="R71102f121fef43db" /><Relationship Type="http://schemas.openxmlformats.org/officeDocument/2006/relationships/tableStyles" Target="/ppt/tableStyles.xml" Id="Rd12ac7ed3ad046f9" /><Relationship Type="http://schemas.openxmlformats.org/officeDocument/2006/relationships/slide" Target="/ppt/slides/slide1.xml" Id="R914aca0435664c85" /><Relationship Type="http://schemas.openxmlformats.org/officeDocument/2006/relationships/slide" Target="/ppt/slides/slide2.xml" Id="R3725c5c038ba4a0d" /><Relationship Type="http://schemas.openxmlformats.org/officeDocument/2006/relationships/slide" Target="/ppt/slides/slide3.xml" Id="Rd5ed35591f5f4ab7" /><Relationship Type="http://schemas.openxmlformats.org/officeDocument/2006/relationships/slide" Target="/ppt/slides/slide4.xml" Id="R59166dac17cf49bf" /><Relationship Type="http://schemas.openxmlformats.org/officeDocument/2006/relationships/slide" Target="/ppt/slides/slide5.xml" Id="Rd6c92623501342cb" /><Relationship Type="http://schemas.openxmlformats.org/officeDocument/2006/relationships/slide" Target="/ppt/slides/slide6.xml" Id="Re83c611e8e934a20" /><Relationship Type="http://schemas.openxmlformats.org/officeDocument/2006/relationships/slide" Target="/ppt/slides/slide7.xml" Id="Rd37524cd11a946eb" /><Relationship Type="http://schemas.openxmlformats.org/officeDocument/2006/relationships/slide" Target="/ppt/slides/slide8.xml" Id="R841b7f7ae6cb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bf51cf944244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fc2c47b5e44383" /><Relationship Type="http://schemas.openxmlformats.org/officeDocument/2006/relationships/notesMaster" Target="/ppt/notesMasters/notesMaster1.xml" Id="Rdcd70b99b5ed4c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cb6fa81e44205" /><Relationship Type="http://schemas.openxmlformats.org/officeDocument/2006/relationships/notesMaster" Target="/ppt/notesMasters/notesMaster1.xml" Id="Rd290b23ccaa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ccfb10587e4875" /><Relationship Type="http://schemas.openxmlformats.org/officeDocument/2006/relationships/notesMaster" Target="/ppt/notesMasters/notesMaster1.xml" Id="R4c0e1c9442c643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cf60789ed40e1" /><Relationship Type="http://schemas.openxmlformats.org/officeDocument/2006/relationships/notesMaster" Target="/ppt/notesMasters/notesMaster1.xml" Id="Rcf6d4f795f1642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739ddc58374c46" /><Relationship Type="http://schemas.openxmlformats.org/officeDocument/2006/relationships/notesMaster" Target="/ppt/notesMasters/notesMaster1.xml" Id="Reb875ed1dc82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2981544c4011" /><Relationship Type="http://schemas.openxmlformats.org/officeDocument/2006/relationships/notesMaster" Target="/ppt/notesMasters/notesMaster1.xml" Id="R432c9e99741848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92426152854492" /><Relationship Type="http://schemas.openxmlformats.org/officeDocument/2006/relationships/notesMaster" Target="/ppt/notesMasters/notesMaster1.xml" Id="R7f0503eaeb8741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a55d3b0dd44af" /><Relationship Type="http://schemas.openxmlformats.org/officeDocument/2006/relationships/notesMaster" Target="/ppt/notesMasters/notesMaster1.xml" Id="Rad8c16735d75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Saanthvana (सांत्वना) means comfort and reassurance.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https://saanthvana.wedevit.in/. GitHub opens the public project repository; WhatsApp is a contact for questions, not an access request. Entry: Cancer / Patient and Caregiver / Family &amp; Caregiver Support. The cover presents Saanthvana as one connected cancer-care record for patients, families and care teams, centred on patient values and easier access to support.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Saanthvana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Saanthvana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Saanthvana.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Saanthvana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6111cfec5140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2e7bd171646f2" /><Relationship Type="http://schemas.openxmlformats.org/officeDocument/2006/relationships/slideLayout" Target="/ppt/slideLayouts/slideLayout1.xml" Id="R02e8f8d71267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e8f8d71267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6f435501c8d849b1"/><Relationship Type="http://schemas.openxmlformats.org/officeDocument/2006/relationships/image" Target="/ppt/media/image.jpeg" Id="R67b096afd75e47f8"/><Relationship Type="http://schemas.openxmlformats.org/officeDocument/2006/relationships/image" Target="/ppt/media/image.svg" Id="Ra14bc79648b74bd1"/><Relationship Type="http://schemas.openxmlformats.org/officeDocument/2006/relationships/image" Target="/ppt/media/image.png" Id="R8a3b53d0d79f4b84"/><Relationship Type="http://schemas.openxmlformats.org/officeDocument/2006/relationships/hyperlink" Target="https://saanthvana.wedevit.in/" TargetMode="External" Id="R593aca00b6c74443"/><Relationship Type="http://schemas.openxmlformats.org/officeDocument/2006/relationships/image" Target="/ppt/media/image2.jpeg" Id="R4e3bea323c2742cd"/><Relationship Type="http://schemas.openxmlformats.org/officeDocument/2006/relationships/image" Target="/ppt/media/image2.svg" Id="Rb460003250414198"/><Relationship Type="http://schemas.openxmlformats.org/officeDocument/2006/relationships/hyperlink" Target="https://github.com/basithladdu/healthathon" TargetMode="External" Id="R85748387410e4b26"/><Relationship Type="http://schemas.openxmlformats.org/officeDocument/2006/relationships/image" Target="/ppt/media/image2.png" Id="R27759e5c1c1f41f0"/><Relationship Type="http://schemas.openxmlformats.org/officeDocument/2006/relationships/image" Target="/ppt/media/image3.svg" Id="Rad2f2ba686374324"/><Relationship Type="http://schemas.openxmlformats.org/officeDocument/2006/relationships/hyperlink" Target="https://wa.me/919553321211" TargetMode="External" Id="Rd8d0cc57c67245d2"/><Relationship Type="http://schemas.openxmlformats.org/officeDocument/2006/relationships/hyperlink" Target="https://wa.me/919553321211" TargetMode="External" Id="R2526c413a84f477c"/><Relationship Type="http://schemas.openxmlformats.org/officeDocument/2006/relationships/image" Target="/ppt/media/image3.png" Id="R66b1e8c459bd4bcf"/><Relationship Type="http://schemas.openxmlformats.org/officeDocument/2006/relationships/image" Target="/ppt/media/image4.png" Id="R5961c383bdc14943"/><Relationship Type="http://schemas.openxmlformats.org/officeDocument/2006/relationships/notesSlide" Target="/ppt/notesSlides/notesSlide1.xml" Id="R80f0f97949594eb6"/><Relationship Id="RcodexDriveIcon" Type="http://schemas.openxmlformats.org/officeDocument/2006/relationships/image" Target="/ppt/media/saanthvana-drive.png"/><Relationship Id="RcodexDriveFolder" Type="http://schemas.openxmlformats.org/officeDocument/2006/relationships/hyperlink" Target="https://drive.google.com/drive/folders/1WPtw-7iEZoMObEr4pzd9-Gziyo9D3VYV?usp=drive_link" TargetMode="External"/><Relationship Id="rIdSharadaAvatar" Type="http://schemas.openxmlformats.org/officeDocument/2006/relationships/image" Target="../media/sharada-avatar-20261002.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a8628b9324492c" /><Relationship Type="http://schemas.openxmlformats.org/officeDocument/2006/relationships/image" Target="/ppt/media/image2.png" Id="R750f8d0abcc74b07" /><Relationship Type="http://schemas.openxmlformats.org/officeDocument/2006/relationships/image" Target="/ppt/media/image3.jpeg" Id="R4d32691d8898464f" /><Relationship Type="http://schemas.openxmlformats.org/officeDocument/2006/relationships/image" Target="/ppt/media/image4.svg" Id="Rd8abaa6dbd6d4233" /><Relationship Type="http://schemas.openxmlformats.org/officeDocument/2006/relationships/image" Target="/ppt/media/image4.jpeg" Id="R87bb52a62d474d80" /><Relationship Type="http://schemas.openxmlformats.org/officeDocument/2006/relationships/image" Target="/ppt/media/image5.svg" Id="R4c3d8d0005d74fdf" /><Relationship Type="http://schemas.openxmlformats.org/officeDocument/2006/relationships/image" Target="/ppt/media/image5.jpeg" Id="Rc3ab599ff6114d49" /><Relationship Type="http://schemas.openxmlformats.org/officeDocument/2006/relationships/image" Target="/ppt/media/image6.svg" Id="R0245618c6ea348b9" /><Relationship Type="http://schemas.openxmlformats.org/officeDocument/2006/relationships/notesSlide" Target="/ppt/notesSlides/notesSlide2.xml" Id="Rf8b92705f222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e2efde0b4e4101" /><Relationship Type="http://schemas.openxmlformats.org/officeDocument/2006/relationships/chart" Target="/ppt/slides/charts/chart1.xml" Id="R1ab151852da747a6" /><Relationship Type="http://schemas.openxmlformats.org/officeDocument/2006/relationships/image" Target="/ppt/media/image6.jpeg" Id="R0a75c197d4d54d1b" /><Relationship Type="http://schemas.openxmlformats.org/officeDocument/2006/relationships/image" Target="/ppt/media/image7.svg" Id="Rb6f24024de5c477f" /><Relationship Type="http://schemas.openxmlformats.org/officeDocument/2006/relationships/hyperlink" Target="https://gco.iarc.who.int/media/globocan/factsheets/populations/356-india-fact-sheet.pdf" TargetMode="External" Id="R73b10087f87746a4" /><Relationship Type="http://schemas.openxmlformats.org/officeDocument/2006/relationships/image" Target="/ppt/media/image5.png" Id="Rd7e3fa530c1346c7" /><Relationship Type="http://schemas.openxmlformats.org/officeDocument/2006/relationships/image" Target="/ppt/media/image8.svg" Id="R3b04ef403cba4597" /><Relationship Type="http://schemas.openxmlformats.org/officeDocument/2006/relationships/hyperlink" Target="https://doi.org/10.1136/spcare-2024-004978" TargetMode="External" Id="Rb6276b5e57ad4faf" /><Relationship Type="http://schemas.openxmlformats.org/officeDocument/2006/relationships/image" Target="/ppt/media/image6.png" Id="R1c259f215c16441f" /><Relationship Type="http://schemas.openxmlformats.org/officeDocument/2006/relationships/image" Target="/ppt/media/image9.svg" Id="Rf00f80e2f96d47ed" /><Relationship Type="http://schemas.openxmlformats.org/officeDocument/2006/relationships/hyperlink" Target="https://scroll.in/article/925875/73-urban-indians-do-not-know-about-their-right-to-make-a-living-will-finds-a-survey" TargetMode="External" Id="Re1c242180c4e4312" /><Relationship Type="http://schemas.openxmlformats.org/officeDocument/2006/relationships/image" Target="/ppt/media/image7.png" Id="R3d25f752ebc743df" /><Relationship Type="http://schemas.openxmlformats.org/officeDocument/2006/relationships/image" Target="/ppt/media/image10.svg" Id="R8e964e0ad26b42f8" /><Relationship Type="http://schemas.openxmlformats.org/officeDocument/2006/relationships/hyperlink" Target="https://doi.org/10.25259/NMJI_817_2023" TargetMode="External" Id="Rf5a2979d5c584e0f" /><Relationship Type="http://schemas.openxmlformats.org/officeDocument/2006/relationships/hyperlink" Target="https://doi.org/10.1177/26892820251392545" TargetMode="External" Id="Rac49bcc6987047ae" /><Relationship Type="http://schemas.openxmlformats.org/officeDocument/2006/relationships/notesSlide" Target="/ppt/notesSlides/notesSlide3.xml" Id="R0c5af1c90047464c"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cc222bd9a3ad489d" /><Relationship Type="http://schemas.openxmlformats.org/officeDocument/2006/relationships/image" Target="/ppt/media/image3.jpeg" Id="R8356c6b342074944" /><Relationship Type="http://schemas.openxmlformats.org/officeDocument/2006/relationships/hyperlink" Target="https://saanthvana.wedevit.in/find-support" TargetMode="External" Id="R4e2cb4b2837e4080" /><Relationship Type="http://schemas.openxmlformats.org/officeDocument/2006/relationships/hyperlink" Target="https://palliumindia.org/clinics/telangana" TargetMode="External" Id="R80f710b708eb42d5" /><Relationship Type="http://schemas.openxmlformats.org/officeDocument/2006/relationships/hyperlink" Target="https://www.openstreetmap.org/copyright" TargetMode="External" Id="R55b2c0ada24d43e9" /><Relationship Type="http://schemas.openxmlformats.org/officeDocument/2006/relationships/image" Target="/ppt/media/image8.png" Id="R967fab9928674e1d" /><Relationship Type="http://schemas.openxmlformats.org/officeDocument/2006/relationships/image" Target="/ppt/media/image11.svg" Id="Rada46fabc36a4d09" /><Relationship Type="http://schemas.openxmlformats.org/officeDocument/2006/relationships/hyperlink" Target="https://saanthvana.wedevit.in/find-support" TargetMode="External" Id="R995b251a7f8846a6" /><Relationship Type="http://schemas.openxmlformats.org/officeDocument/2006/relationships/image" Target="/ppt/media/image9.png" Id="R9b13a7be4987432e" /><Relationship Type="http://schemas.openxmlformats.org/officeDocument/2006/relationships/image" Target="/ppt/media/image12.svg" Id="R9e091dc9577c4775" /><Relationship Type="http://schemas.openxmlformats.org/officeDocument/2006/relationships/hyperlink" Target="https://saanthvana.wedevit.in/medicine-access" TargetMode="External" Id="Rd997f9577e4e4d3f" /><Relationship Type="http://schemas.openxmlformats.org/officeDocument/2006/relationships/image" Target="/ppt/media/image10.png" Id="R7b14f8277d0c499c" /><Relationship Type="http://schemas.openxmlformats.org/officeDocument/2006/relationships/image" Target="/ppt/media/image13.svg" Id="Re70573b6bcff45c7" /><Relationship Type="http://schemas.openxmlformats.org/officeDocument/2006/relationships/hyperlink" Target="https://saanthvana.wedevit.in/support-groups" TargetMode="External" Id="R1a8cb134a38d489c" /><Relationship Type="http://schemas.openxmlformats.org/officeDocument/2006/relationships/image" Target="/ppt/media/image11.png" Id="R2385b0853c4e417b" /><Relationship Type="http://schemas.openxmlformats.org/officeDocument/2006/relationships/image" Target="/ppt/media/image14.svg" Id="R393780158089439d" /><Relationship Type="http://schemas.openxmlformats.org/officeDocument/2006/relationships/hyperlink" Target="https://saanthvana.wedevit.in/help-at-home" TargetMode="External" Id="R9f5de05d992f4698" /><Relationship Type="http://schemas.openxmlformats.org/officeDocument/2006/relationships/notesSlide" Target="/ppt/notesSlides/notesSlide4.xml" Id="R7e622ec5c6c34880"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62092c75e6f743de" /><Relationship Type="http://schemas.openxmlformats.org/officeDocument/2006/relationships/image" Target="/ppt/media/image4.jpeg" Id="R3667933a6ee1478a" /><Relationship Type="http://schemas.openxmlformats.org/officeDocument/2006/relationships/image" Target="/ppt/media/image5.jpeg" Id="Re46a54831cc245d1" /><Relationship Type="http://schemas.openxmlformats.org/officeDocument/2006/relationships/image" Target="/ppt/media/image12.png" Id="R4b10351eecf44f09" /><Relationship Type="http://schemas.openxmlformats.org/officeDocument/2006/relationships/image" Target="/ppt/media/image15.svg" Id="R61309462f1154fdb" /><Relationship Type="http://schemas.openxmlformats.org/officeDocument/2006/relationships/hyperlink" Target="https://saanthvana.wedevit.in/medicines" TargetMode="External" Id="Rb6fb981b607744bb" /><Relationship Type="http://schemas.openxmlformats.org/officeDocument/2006/relationships/image" Target="/ppt/media/image13.png" Id="R10ac72d85b734933" /><Relationship Type="http://schemas.openxmlformats.org/officeDocument/2006/relationships/image" Target="/ppt/media/image16.svg" Id="Rc01cf3eb367c49e4" /><Relationship Type="http://schemas.openxmlformats.org/officeDocument/2006/relationships/hyperlink" Target="https://saanthvana.wedevit.in/calendar" TargetMode="External" Id="R5b3214e6ec8043d6" /><Relationship Type="http://schemas.openxmlformats.org/officeDocument/2006/relationships/image" Target="/ppt/media/image14.png" Id="R6445dbbd60e144e3" /><Relationship Type="http://schemas.openxmlformats.org/officeDocument/2006/relationships/image" Target="/ppt/media/image17.svg" Id="R14275f736eeb4849" /><Relationship Type="http://schemas.openxmlformats.org/officeDocument/2006/relationships/hyperlink" Target="https://saanthvana.wedevit.in/my-space" TargetMode="External" Id="R33db8d9a16b14618" /><Relationship Type="http://schemas.openxmlformats.org/officeDocument/2006/relationships/image" Target="/ppt/media/image15.png" Id="R2f90a8d0536a498c" /><Relationship Type="http://schemas.openxmlformats.org/officeDocument/2006/relationships/image" Target="/ppt/media/image18.svg" Id="Rcb7838309d5b4ec8" /><Relationship Type="http://schemas.openxmlformats.org/officeDocument/2006/relationships/hyperlink" Target="https://saanthvana.wedevit.in/costs" TargetMode="External" Id="Rf4880cd3a86e4fa4" /><Relationship Type="http://schemas.openxmlformats.org/officeDocument/2006/relationships/image" Target="/ppt/media/image6.jpeg" Id="R1d8be228ee2a42c0" /><Relationship Type="http://schemas.openxmlformats.org/officeDocument/2006/relationships/hyperlink" Target="https://saanthvana.wedevit.in/" TargetMode="External" Id="Rf2d11867fa694910" /><Relationship Type="http://schemas.openxmlformats.org/officeDocument/2006/relationships/notesSlide" Target="/ppt/notesSlides/notesSlide5.xml" Id="Rfd6d04d153774b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2062387594a79" /><Relationship Type="http://schemas.openxmlformats.org/officeDocument/2006/relationships/image" Target="/ppt/media/image16.png" Id="R28263da5f1e74ab8" /><Relationship Type="http://schemas.openxmlformats.org/officeDocument/2006/relationships/image" Target="/ppt/media/image17.png" Id="R87a0ab13476c4c6a" /><Relationship Type="http://schemas.openxmlformats.org/officeDocument/2006/relationships/image" Target="/ppt/media/image19.svg" Id="R12116d5be3c24533" /><Relationship Type="http://schemas.openxmlformats.org/officeDocument/2006/relationships/image" Target="/ppt/media/image18.png" Id="R71ea8974cf234d82" /><Relationship Type="http://schemas.openxmlformats.org/officeDocument/2006/relationships/image" Target="/ppt/media/image20.svg" Id="Rb9534b2ea31f43e7" /><Relationship Type="http://schemas.openxmlformats.org/officeDocument/2006/relationships/image" Target="/ppt/media/image19.png" Id="R0ca542b92f52489d" /><Relationship Type="http://schemas.openxmlformats.org/officeDocument/2006/relationships/image" Target="/ppt/media/image21.svg" Id="Rf236de00fcce4de4" /><Relationship Type="http://schemas.openxmlformats.org/officeDocument/2006/relationships/image" Target="/ppt/media/image20.png" Id="Rd69bfac708ba4b74" /><Relationship Type="http://schemas.openxmlformats.org/officeDocument/2006/relationships/image" Target="/ppt/media/image22.svg" Id="Rf4b2f39e62d04797" /><Relationship Type="http://schemas.openxmlformats.org/officeDocument/2006/relationships/image" Target="/ppt/media/image21.png" Id="R4448e180ac1f4b0d" /><Relationship Type="http://schemas.openxmlformats.org/officeDocument/2006/relationships/image" Target="/ppt/media/image23.svg" Id="R3ae965c44f724d0c" /><Relationship Type="http://schemas.openxmlformats.org/officeDocument/2006/relationships/image" Target="/ppt/media/image24.svg" Id="R94c15d90a7844c79" /><Relationship Type="http://schemas.openxmlformats.org/officeDocument/2006/relationships/image" Target="/ppt/media/image22.png" Id="R4adaba22ec464e42" /><Relationship Type="http://schemas.openxmlformats.org/officeDocument/2006/relationships/image" Target="/ppt/media/image25.svg" Id="R1764baf1e5c54f02" /><Relationship Type="http://schemas.openxmlformats.org/officeDocument/2006/relationships/notesSlide" Target="/ppt/notesSlides/notesSlide6.xml" Id="Re023c2f21ba94a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dcfa98ecec44815" /><Relationship Type="http://schemas.openxmlformats.org/officeDocument/2006/relationships/image" Target="/ppt/media/image23.png" Id="R9f96e274c66a4124" /><Relationship Type="http://schemas.openxmlformats.org/officeDocument/2006/relationships/image" Target="/ppt/media/image24.png" Id="Ra6e70ba24e734d4f" /><Relationship Type="http://schemas.openxmlformats.org/officeDocument/2006/relationships/image" Target="/ppt/media/image25.png" Id="Ra9a6f2d94400453d" /><Relationship Type="http://schemas.openxmlformats.org/officeDocument/2006/relationships/image" Target="/ppt/media/image26.svg" Id="R33d94916fc594ca4" /><Relationship Type="http://schemas.openxmlformats.org/officeDocument/2006/relationships/image" Target="/ppt/media/image26.png" Id="Rf1a75a02a5854542" /><Relationship Type="http://schemas.openxmlformats.org/officeDocument/2006/relationships/image" Target="/ppt/media/image27.svg" Id="Rbfe691097a194dc5" /><Relationship Type="http://schemas.openxmlformats.org/officeDocument/2006/relationships/image" Target="/ppt/media/image27.png" Id="Ra068625786b54861" /><Relationship Type="http://schemas.openxmlformats.org/officeDocument/2006/relationships/image" Target="/ppt/media/image28.svg" Id="Rdc1b889508424252" /><Relationship Type="http://schemas.openxmlformats.org/officeDocument/2006/relationships/image" Target="/ppt/media/image29.svg" Id="R3c44ea93690b4561" /><Relationship Type="http://schemas.openxmlformats.org/officeDocument/2006/relationships/image" Target="/ppt/media/image30.svg" Id="Rac1f22c188e74834" /><Relationship Type="http://schemas.openxmlformats.org/officeDocument/2006/relationships/hyperlink" Target="https://docs.sarvam.ai/api/getting-started/building-for-india" TargetMode="External" Id="R3862a1e8ebc2480c" /><Relationship Type="http://schemas.openxmlformats.org/officeDocument/2006/relationships/notesSlide" Target="/ppt/notesSlides/notesSlide7.xml" Id="R531eb0c56d7d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9091b3aa24a0a" /><Relationship Type="http://schemas.openxmlformats.org/officeDocument/2006/relationships/hyperlink" Target="https://gco.iarc.who.int/media/globocan/factsheets/populations/356-india-fact-sheet.pdf" TargetMode="External" Id="Rc4d2e3d9fad244f7" /><Relationship Type="http://schemas.openxmlformats.org/officeDocument/2006/relationships/hyperlink" Target="https://gco.iarc.who.int/media/globocan/factsheets/populations/356-india-fact-sheet.pdf" TargetMode="External" Id="R8e3a0d16031f4a83" /><Relationship Type="http://schemas.openxmlformats.org/officeDocument/2006/relationships/hyperlink" Target="https://doi.org/10.1136/spcare-2024-004978" TargetMode="External" Id="Re8d112ae2e1d4244" /><Relationship Type="http://schemas.openxmlformats.org/officeDocument/2006/relationships/hyperlink" Target="https://doi.org/10.1136/spcare-2024-004978" TargetMode="External" Id="R3f0c473611954036" /><Relationship Type="http://schemas.openxmlformats.org/officeDocument/2006/relationships/hyperlink" Target="https://doi.org/10.1016/j.jpainsymman.2024.02.030" TargetMode="External" Id="Rceaa2afcd47843d4" /><Relationship Type="http://schemas.openxmlformats.org/officeDocument/2006/relationships/hyperlink" Target="https://doi.org/10.1016/j.jpainsymman.2024.02.030" TargetMode="External" Id="R9bc987a6d4c14332" /><Relationship Type="http://schemas.openxmlformats.org/officeDocument/2006/relationships/hyperlink" Target="https://doi.org/10.1177/26892820251392545" TargetMode="External" Id="Rbdb531332d2d4f28" /><Relationship Type="http://schemas.openxmlformats.org/officeDocument/2006/relationships/hyperlink" Target="https://doi.org/10.1177/26892820251392545" TargetMode="External" Id="R9ce71ff2abe649e8" /><Relationship Type="http://schemas.openxmlformats.org/officeDocument/2006/relationships/hyperlink" Target="https://scroll.in/article/925875/73-urban-indians-do-not-know-about-their-right-to-make-a-living-will-finds-a-survey" TargetMode="External" Id="R6d6ab34736c143ed" /><Relationship Type="http://schemas.openxmlformats.org/officeDocument/2006/relationships/hyperlink" Target="https://scroll.in/article/925875/73-urban-indians-do-not-know-about-their-right-to-make-a-living-will-finds-a-survey" TargetMode="External" Id="R9bb52c682f264b1f" /><Relationship Type="http://schemas.openxmlformats.org/officeDocument/2006/relationships/hyperlink" Target="https://doi.org/10.25259/NMJI_817_2023" TargetMode="External" Id="R05b4e40292194aee" /><Relationship Type="http://schemas.openxmlformats.org/officeDocument/2006/relationships/hyperlink" Target="https://doi.org/10.25259/NMJI_817_2023" TargetMode="External" Id="Rc461d4757c0d44c7" /><Relationship Type="http://schemas.openxmlformats.org/officeDocument/2006/relationships/hyperlink" Target="https://doi.org/10.1101/2025.10.17.25338242" TargetMode="External" Id="Rb828da62ca754619" /><Relationship Type="http://schemas.openxmlformats.org/officeDocument/2006/relationships/hyperlink" Target="https://doi.org/10.1101/2025.10.17.25338242" TargetMode="External" Id="R2ea94daa9145450c" /><Relationship Type="http://schemas.openxmlformats.org/officeDocument/2006/relationships/hyperlink" Target="https://doi.org/10.1634/theoncologist.2013-0435" TargetMode="External" Id="R646043e586c74101" /><Relationship Type="http://schemas.openxmlformats.org/officeDocument/2006/relationships/hyperlink" Target="https://doi.org/10.1634/theoncologist.2013-0435" TargetMode="External" Id="R67156725c7544956" /><Relationship Type="http://schemas.openxmlformats.org/officeDocument/2006/relationships/hyperlink" Target="https://doi.org/10.1200/JCO.2012.46.2101" TargetMode="External" Id="Rc605e0239a85435c" /><Relationship Type="http://schemas.openxmlformats.org/officeDocument/2006/relationships/hyperlink" Target="https://doi.org/10.1200/JCO.2012.46.2101" TargetMode="External" Id="R228f1105c9fd4623" /><Relationship Type="http://schemas.openxmlformats.org/officeDocument/2006/relationships/notesSlide" Target="/ppt/notesSlides/notesSlide8.xml" Id="R8ce5ffc5ce59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7b096afd75e47f8">
            <a:extLst>
              <a:ext uri="{96DAC541-7B7A-43D3-8B79-37D633B846F1}">
                <asvg:svgBlip xmlns:asvg="http://schemas.microsoft.com/office/drawing/2016/SVG/main" r:embed="Ra14bc79648b74bd1"/>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5775" b="1">
                <a:solidFill>
                  <a:srgbClr val="173F33"/>
                </a:solidFill>
                <a:latin typeface="Calibri"/>
                <a:ea typeface="Calibri"/>
                <a:cs typeface="Calibri"/>
              </a:defRPr>
            </a:pPr>
            <a:r>
              <a:rPr sz="4350" b="1">
                <a:solidFill>
                  <a:srgbClr val="173F33"/>
                </a:solidFill>
                <a:latin typeface="Calibri"/>
                <a:ea typeface="Calibri"/>
                <a:cs typeface="Calibri"/>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Calibri"/>
                <a:ea typeface="Calibri"/>
                <a:cs typeface="Calibri"/>
              </a:defRPr>
            </a:pPr>
            <a:r>
              <a:rPr sz="2400" b="0">
                <a:solidFill>
                  <a:srgbClr val="B75E43"/>
                </a:solidFill>
                <a:latin typeface="Calibri"/>
                <a:ea typeface="Calibri"/>
                <a:cs typeface="Calibri"/>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Calibri"/>
                <a:ea typeface="Calibri"/>
                <a:cs typeface="Calibri"/>
              </a:defRPr>
            </a:pPr>
            <a:r>
              <a:rPr sz="2250" b="1">
                <a:solidFill>
                  <a:srgbClr val="173F33"/>
                </a:solidFill>
                <a:latin typeface="Calibri"/>
                <a:ea typeface="Calibri"/>
                <a:cs typeface="Calibri"/>
              </a:rPr>
              <a:t>One place for goals of care records, medicines, visits and local support. Doctors and families can find what matters, when it matters.</a:t>
            </a:r>
          </a:p>
        </p:txBody>
      </p:sp>
      <p:pic>
        <p:nvPicPr>
          <p:cNvPr id="43" name="Saanthvana website QR code" descr="Scan to open saanthvana.wedevit.in"/>
          <p:cNvPicPr>
            <a:picLocks xmlns:a="http://schemas.openxmlformats.org/drawingml/2006/main" noChangeAspect="1"/>
          </p:cNvPicPr>
          <p:nvPr/>
        </p:nvPicPr>
        <p:blipFill>
          <a:blip xmlns:r="http://schemas.openxmlformats.org/officeDocument/2006/relationships" xmlns:a="http://schemas.openxmlformats.org/drawingml/2006/main" r:embed="R8a3b53d0d79f4b84"/>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2D5F9A"/>
                </a:solidFill>
                <a:latin typeface="Calibri"/>
                <a:ea typeface="Calibri"/>
                <a:cs typeface="Calibri"/>
              </a:defRPr>
            </a:pPr>
            <a:r>
              <a:rPr sz="3150" b="1" u="sng">
                <a:solidFill>
                  <a:srgbClr val="2D5F9A"/>
                </a:solidFill>
                <a:latin typeface="Calibri"/>
                <a:ea typeface="Calibri"/>
                <a:cs typeface="Calibri"/>
                <a:hlinkClick xmlns:r="http://schemas.openxmlformats.org/officeDocument/2006/relationships" r:id="R593aca00b6c74443"/>
              </a:rPr>
              <a:t>saanthvana.wedevit.in</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e3bea323c2742cd">
            <a:extLst>
              <a:ext uri="{96DAC541-7B7A-43D3-8B79-37D633B846F1}">
                <asvg:svgBlip xmlns:asvg="http://schemas.microsoft.com/office/drawing/2016/SVG/main" r:embed="Rb460003250414198"/>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85748387410e4b26"/>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7759e5c1c1f41f0">
            <a:extLst>
              <a:ext uri="{96DAC541-7B7A-43D3-8B79-37D633B846F1}">
                <asvg:svgBlip xmlns:asvg="http://schemas.microsoft.com/office/drawing/2016/SVG/main" r:embed="Rad2f2ba68637432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Calibri"/>
                <a:ea typeface="Calibri"/>
                <a:cs typeface="Calibri"/>
              </a:defRPr>
            </a:pPr>
            <a:r>
              <a:rPr sz="1725" b="1" u="sng">
                <a:solidFill>
                  <a:srgbClr val="128C4A"/>
                </a:solidFill>
                <a:latin typeface="Calibri"/>
                <a:ea typeface="Calibri"/>
                <a:cs typeface="Calibri"/>
                <a:hlinkClick xmlns:r="http://schemas.openxmlformats.org/officeDocument/2006/relationships" r:id="Rd8d0cc57c67245d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Calibri"/>
                <a:ea typeface="Calibri"/>
                <a:cs typeface="Calibri"/>
              </a:defRPr>
            </a:pPr>
            <a:r>
              <a:rPr sz="1500" b="0" u="sng">
                <a:solidFill>
                  <a:srgbClr val="128C4A"/>
                </a:solidFill>
                <a:latin typeface="Calibri"/>
                <a:ea typeface="Calibri"/>
                <a:cs typeface="Calibri"/>
                <a:hlinkClick xmlns:r="http://schemas.openxmlformats.org/officeDocument/2006/relationships" r:id="R2526c413a84f477c"/>
              </a:rPr>
              <a:t>wa.me/919553321211</a:t>
            </a:r>
          </a:p>
        </p:txBody>
      </p:sp>
      <p:pic>
        <p:nvPicPr>
          <p:cNvPr id="65" name="Google Drive logo" descr="Google Drive logo"/>
          <p:cNvPicPr>
            <a:picLocks xmlns:a="http://schemas.openxmlformats.org/drawingml/2006/main" noChangeAspect="1"/>
          </p:cNvPicPr>
          <p:nvPr/>
        </p:nvPicPr>
        <p:blipFill>
          <a:blip xmlns:r="http://schemas.openxmlformats.org/officeDocument/2006/relationships" xmlns:a="http://schemas.openxmlformats.org/drawingml/2006/main" r:embed="RcodexDriveIcon"/>
          <a:srcRect xmlns:a="http://schemas.openxmlformats.org/drawingml/2006/main" l="0" t="0" r="0" b="0"/>
          <a:stretch xmlns:a="http://schemas.openxmlformats.org/drawingml/2006/main">
            <a:fillRect l="0" t="0" r="0" b="0"/>
          </a:stretch>
        </p:blipFill>
        <p:spPr>
          <a:xfrm xmlns:a="http://schemas.openxmlformats.org/drawingml/2006/main">
            <a:off x="533400" y="4600575"/>
            <a:ext cx="228600" cy="228600"/>
          </a:xfrm>
          <a:prstGeom xmlns:a="http://schemas.openxmlformats.org/drawingml/2006/main" prst="rect">
            <a:avLst/>
          </a:prstGeom>
        </p:spPr>
      </p:pic>
      <p:sp>
        <p:nvSpPr>
          <p:cNvPr id="66" name="Video folder link">
            <a:extLst xmlns:a="http://schemas.openxmlformats.org/drawingml/2006/main">
              <a:ext uri="{FF2B5EF4-FFF2-40B4-BE49-F238E27FC236}">
                <a16:creationId xmlns:a16="http://schemas.microsoft.com/office/drawing/2014/main" id="{53CB6DB9-9053-4086-AF9B-89CC78B7D17F}"/>
              </a:ext>
            </a:extLst>
          </p:cNvPr>
          <p:cNvSpPr>
            <a:spLocks xmlns:a="http://schemas.openxmlformats.org/drawingml/2006/main" noGrp="1"/>
          </p:cNvSpPr>
          <p:nvPr/>
        </p:nvSpPr>
        <p:spPr>
          <a:xfrm xmlns:a="http://schemas.openxmlformats.org/drawingml/2006/main">
            <a:off x="962025" y="4572000"/>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codexDriveFolder"/>
              </a:rPr>
              <a:t>Video walkthrough · upload by weekend</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Calibri"/>
                <a:ea typeface="Calibri"/>
                <a:cs typeface="Calibri"/>
              </a:defRPr>
            </a:pPr>
            <a:r>
              <a:rPr sz="1500" b="0">
                <a:solidFill>
                  <a:srgbClr val="53655C"/>
                </a:solidFill>
                <a:latin typeface="Calibri"/>
                <a:ea typeface="Calibri"/>
                <a:cs typeface="Calibri"/>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7b096afd75e47f8"/>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Abdul</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4e3bea323c2742cd"/>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Shaik Muhammad</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Sharada</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66b1e8c459bd4bcf"/>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Dr Sujay</a:t>
            </a:r>
          </a:p>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5961c383bdc14943"/>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Calibri"/>
                <a:ea typeface="Calibri"/>
                <a:cs typeface="Calibri"/>
              </a:defRPr>
            </a:pPr>
            <a:r>
              <a:rPr sz="1313" b="1">
                <a:solidFill>
                  <a:srgbClr val="173F33"/>
                </a:solidFill>
                <a:latin typeface="Calibri"/>
                <a:ea typeface="Calibri"/>
                <a:cs typeface="Calibri"/>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Calibri"/>
                <a:ea typeface="Calibri"/>
                <a:cs typeface="Calibri"/>
              </a:defRPr>
            </a:pPr>
            <a:r>
              <a:rPr sz="1125" b="0">
                <a:solidFill>
                  <a:srgbClr val="53655C"/>
                </a:solidFill>
                <a:latin typeface="Calibri"/>
                <a:ea typeface="Calibri"/>
                <a:cs typeface="Calibri"/>
              </a:rPr>
              <a:t>Medical student</a:t>
            </a:r>
          </a:p>
        </p:txBody>
      </p:sp>
      <p:pic>
        <p:nvPicPr>
          <p:cNvPr id="108" name="Portrait of Dr Sharada Vinod Kutty" descr="Portrait of Dr Sharada Vinod Kutty"/>
          <p:cNvPicPr>
            <a:picLocks xmlns:a="http://schemas.openxmlformats.org/drawingml/2006/main" noChangeAspect="1"/>
          </p:cNvPicPr>
          <p:nvPr/>
        </p:nvPicPr>
        <p:blipFill>
          <a:blip xmlns:r="http://schemas.openxmlformats.org/officeDocument/2006/relationships" xmlns:a="http://schemas.openxmlformats.org/drawingml/2006/main" r:embed="rIdSharadaAvatar"/>
          <a:srcRect xmlns:a="http://schemas.openxmlformats.org/drawingml/2006/main" l="0" t="10294" r="0" b="10294"/>
          <a:stretch xmlns:a="http://schemas.openxmlformats.org/drawingml/2006/main">
            <a:fillRect l="0" t="0" r="0" b="0"/>
          </a:stretch>
        </p:blipFill>
        <p:spPr>
          <a:xfrm xmlns:a="http://schemas.openxmlformats.org/drawingml/2006/main">
            <a:off x="5029200" y="5495925"/>
            <a:ext cx="647700" cy="771525"/>
          </a:xfrm>
          <a:prstGeom xmlns:a="http://schemas.openxmlformats.org/drawingml/2006/main" prst="rect">
            <a:avLst/>
          </a:prstGeom>
        </p:spPr>
      </p:pic>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Georgia"/>
                <a:ea typeface="Georgia"/>
                <a:cs typeface="Georgia"/>
              </a:defRPr>
            </a:pPr>
            <a:r>
              <a:rPr sz="3075" b="1">
                <a:solidFill>
                  <a:srgbClr val="FFFFFF"/>
                </a:solidFill>
                <a:latin typeface="Georgia"/>
                <a:ea typeface="Georgia"/>
                <a:cs typeface="Georgia"/>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Calibri"/>
                <a:ea typeface="Calibri"/>
                <a:cs typeface="Calibri"/>
              </a:defRPr>
            </a:pPr>
            <a:r>
              <a:rPr sz="2175" b="1">
                <a:solidFill>
                  <a:srgbClr val="FFFFFF"/>
                </a:solidFill>
                <a:latin typeface="Calibri"/>
                <a:ea typeface="Calibri"/>
                <a:cs typeface="Calibri"/>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50f8d0abcc74b07"/>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Calibri"/>
                <a:ea typeface="Calibri"/>
                <a:cs typeface="Calibri"/>
              </a:defRPr>
            </a:pPr>
            <a:r>
              <a:rPr sz="1163" b="0">
                <a:solidFill>
                  <a:srgbClr val="DAEDEF"/>
                </a:solidFill>
                <a:latin typeface="Calibri"/>
                <a:ea typeface="Calibri"/>
                <a:cs typeface="Calibri"/>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2691d8898464f">
            <a:extLst>
              <a:ext uri="{96DAC541-7B7A-43D3-8B79-37D633B846F1}">
                <asvg:svgBlip xmlns:asvg="http://schemas.microsoft.com/office/drawing/2016/SVG/main" r:embed="Rd8abaa6dbd6d4233"/>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56CBB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Calibri"/>
                <a:ea typeface="Calibri"/>
                <a:cs typeface="Calibri"/>
              </a:defRPr>
            </a:pPr>
            <a:r>
              <a:rPr sz="2100" b="1">
                <a:solidFill>
                  <a:srgbClr val="073F49"/>
                </a:solidFill>
                <a:latin typeface="Calibri"/>
                <a:ea typeface="Calibri"/>
                <a:cs typeface="Calibri"/>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7bb52a62d474d80">
            <a:extLst>
              <a:ext uri="{96DAC541-7B7A-43D3-8B79-37D633B846F1}">
                <asvg:svgBlip xmlns:asvg="http://schemas.microsoft.com/office/drawing/2016/SVG/main" r:embed="R4c3d8d0005d74fdf"/>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0B84B"/>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Calibri"/>
                <a:ea typeface="Calibri"/>
                <a:cs typeface="Calibri"/>
              </a:defRPr>
            </a:pPr>
            <a:r>
              <a:rPr sz="2100" b="1">
                <a:solidFill>
                  <a:srgbClr val="073F49"/>
                </a:solidFill>
                <a:latin typeface="Calibri"/>
                <a:ea typeface="Calibri"/>
                <a:cs typeface="Calibri"/>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725" b="0">
                <a:solidFill>
                  <a:srgbClr val="FFFFFF"/>
                </a:solidFill>
                <a:latin typeface="Calibri"/>
                <a:ea typeface="Calibri"/>
                <a:cs typeface="Calibri"/>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3ab599ff6114d49">
            <a:extLst>
              <a:ext uri="{96DAC541-7B7A-43D3-8B79-37D633B846F1}">
                <asvg:svgBlip xmlns:asvg="http://schemas.microsoft.com/office/drawing/2016/SVG/main" r:embed="R0245618c6ea348b9"/>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E46E83"/>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Calibri"/>
                <a:ea typeface="Calibri"/>
                <a:cs typeface="Calibri"/>
              </a:defRPr>
            </a:pPr>
            <a:r>
              <a:rPr sz="2100" b="1">
                <a:solidFill>
                  <a:srgbClr val="073F49"/>
                </a:solidFill>
                <a:latin typeface="Calibri"/>
                <a:ea typeface="Calibri"/>
                <a:cs typeface="Calibri"/>
              </a:rPr>
              <a:t>The family has not agreed</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Calibri"/>
                <a:ea typeface="Calibri"/>
                <a:cs typeface="Calibri"/>
              </a:defRPr>
            </a:pPr>
            <a:r>
              <a:rPr sz="1575" b="0">
                <a:solidFill>
                  <a:srgbClr val="FFFFFF"/>
                </a:solidFill>
                <a:latin typeface="Calibri"/>
                <a:ea typeface="Calibri"/>
                <a:cs typeface="Calibri"/>
              </a:rPr>
              <a:t>Her husband says yes; her daughter says no. Her son pays for her treatment but is unavailable. The family has not agreed,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Calibri"/>
                <a:ea typeface="Calibri"/>
                <a:cs typeface="Calibri"/>
              </a:defRPr>
            </a:pPr>
            <a:r>
              <a:rPr sz="2025" b="1">
                <a:solidFill>
                  <a:srgbClr val="FFFFFF"/>
                </a:solidFill>
                <a:latin typeface="Calibri"/>
                <a:ea typeface="Calibri"/>
                <a:cs typeface="Calibri"/>
              </a:rPr>
              <a:t>Her family needs a clear record of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1ab151852da747a6"/>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0a75c197d4d54d1b">
            <a:extLst>
              <a:ext uri="{96DAC541-7B7A-43D3-8B79-37D633B846F1}">
                <asvg:svgBlip xmlns:asvg="http://schemas.microsoft.com/office/drawing/2016/SVG/main" r:embed="Rb6f24024de5c477f"/>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Calibri"/>
                <a:ea typeface="Calibri"/>
                <a:cs typeface="Calibri"/>
              </a:defRPr>
            </a:pPr>
            <a:r>
              <a:rPr sz="3300" b="1">
                <a:solidFill>
                  <a:srgbClr val="B75E43"/>
                </a:solidFill>
                <a:latin typeface="Calibri"/>
                <a:ea typeface="Calibri"/>
                <a:cs typeface="Calibri"/>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73b10087f87746a4"/>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7e3fa530c1346c7">
            <a:extLst>
              <a:ext uri="{96DAC541-7B7A-43D3-8B79-37D633B846F1}">
                <asvg:svgBlip xmlns:asvg="http://schemas.microsoft.com/office/drawing/2016/SVG/main" r:embed="R3b04ef403cba4597"/>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Calibri"/>
                <a:ea typeface="Calibri"/>
                <a:cs typeface="Calibri"/>
              </a:defRPr>
            </a:pPr>
            <a:r>
              <a:rPr sz="3300" b="1">
                <a:solidFill>
                  <a:srgbClr val="157B68"/>
                </a:solidFill>
                <a:latin typeface="Calibri"/>
                <a:ea typeface="Calibri"/>
                <a:cs typeface="Calibri"/>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b6276b5e57ad4faf"/>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1c259f215c16441f">
            <a:extLst>
              <a:ext uri="{96DAC541-7B7A-43D3-8B79-37D633B846F1}">
                <asvg:svgBlip xmlns:asvg="http://schemas.microsoft.com/office/drawing/2016/SVG/main" r:embed="Rf00f80e2f96d47ed"/>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Calibri"/>
                <a:ea typeface="Calibri"/>
                <a:cs typeface="Calibri"/>
              </a:defRPr>
            </a:pPr>
            <a:r>
              <a:rPr sz="3300" b="1">
                <a:solidFill>
                  <a:srgbClr val="7353AC"/>
                </a:solidFill>
                <a:latin typeface="Calibri"/>
                <a:ea typeface="Calibri"/>
                <a:cs typeface="Calibri"/>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e1c242180c4e4312"/>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3d25f752ebc743df">
            <a:extLst>
              <a:ext uri="{96DAC541-7B7A-43D3-8B79-37D633B846F1}">
                <asvg:svgBlip xmlns:asvg="http://schemas.microsoft.com/office/drawing/2016/SVG/main" r:embed="R8e964e0ad26b42f8"/>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Calibri"/>
                <a:ea typeface="Calibri"/>
                <a:cs typeface="Calibri"/>
              </a:defRPr>
            </a:pPr>
            <a:r>
              <a:rPr sz="3300" b="1">
                <a:solidFill>
                  <a:srgbClr val="4357C7"/>
                </a:solidFill>
                <a:latin typeface="Calibri"/>
                <a:ea typeface="Calibri"/>
                <a:cs typeface="Calibri"/>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Calibri"/>
                <a:ea typeface="Calibri"/>
                <a:cs typeface="Calibri"/>
              </a:defRPr>
            </a:pPr>
            <a:r>
              <a:rPr sz="1575" b="0">
                <a:solidFill>
                  <a:srgbClr val="173F33"/>
                </a:solidFill>
                <a:latin typeface="Calibri"/>
                <a:ea typeface="Calibri"/>
                <a:cs typeface="Calibri"/>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f5a2979d5c584e0f"/>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Calibri"/>
                <a:ea typeface="Calibri"/>
                <a:cs typeface="Calibri"/>
              </a:defRPr>
            </a:pPr>
            <a:r>
              <a:rPr sz="1950" b="1">
                <a:solidFill>
                  <a:srgbClr val="173F33"/>
                </a:solidFill>
                <a:latin typeface="Calibri"/>
                <a:ea typeface="Calibri"/>
                <a:cs typeface="Calibri"/>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Calibri"/>
                <a:ea typeface="Calibri"/>
                <a:cs typeface="Calibri"/>
              </a:defRPr>
            </a:pPr>
            <a:r>
              <a:rPr sz="1538" b="0">
                <a:solidFill>
                  <a:srgbClr val="173F33"/>
                </a:solidFill>
                <a:latin typeface="Calibri"/>
                <a:ea typeface="Calibri"/>
                <a:cs typeface="Calibri"/>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Calibri"/>
                <a:ea typeface="Calibri"/>
                <a:cs typeface="Calibri"/>
              </a:defRPr>
            </a:pPr>
            <a:r>
              <a:rPr sz="1163" b="0">
                <a:solidFill>
                  <a:srgbClr val="53655C"/>
                </a:solidFill>
                <a:latin typeface="Calibri"/>
                <a:ea typeface="Calibri"/>
                <a:cs typeface="Calibri"/>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ac49bcc6987047a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Calibri"/>
                <a:ea typeface="Calibri"/>
                <a:cs typeface="Calibri"/>
              </a:defRPr>
            </a:pPr>
            <a:r>
              <a:rPr sz="1200" b="0">
                <a:solidFill>
                  <a:srgbClr val="53655C"/>
                </a:solidFill>
                <a:latin typeface="Calibri"/>
                <a:ea typeface="Calibri"/>
                <a:cs typeface="Calibri"/>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Calibri"/>
                <a:ea typeface="Calibri"/>
                <a:cs typeface="Calibri"/>
              </a:defRPr>
            </a:pPr>
            <a:r>
              <a:rPr sz="1800" b="1">
                <a:solidFill>
                  <a:srgbClr val="7353AC"/>
                </a:solidFill>
                <a:latin typeface="Calibri"/>
                <a:ea typeface="Calibri"/>
                <a:cs typeface="Calibri"/>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Calibri"/>
                <a:ea typeface="Calibri"/>
                <a:cs typeface="Calibri"/>
              </a:defRPr>
            </a:pPr>
            <a:r>
              <a:rPr sz="1500" b="0">
                <a:solidFill>
                  <a:srgbClr val="173F33"/>
                </a:solidFill>
                <a:latin typeface="Calibri"/>
                <a:ea typeface="Calibri"/>
                <a:cs typeface="Calibri"/>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Georgia"/>
                <a:ea typeface="Georgia"/>
                <a:cs typeface="Georgia"/>
              </a:defRPr>
            </a:pPr>
            <a:r>
              <a:rPr sz="3075" b="1">
                <a:solidFill>
                  <a:srgbClr val="173F33"/>
                </a:solidFill>
                <a:latin typeface="Georgia"/>
                <a:ea typeface="Georgia"/>
                <a:cs typeface="Georgia"/>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8356c6b342074944"/>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2D5F9A"/>
                </a:solidFill>
                <a:latin typeface="Calibri"/>
                <a:ea typeface="Calibri"/>
                <a:cs typeface="Calibri"/>
              </a:defRPr>
            </a:pPr>
            <a:r>
              <a:rPr sz="1575" b="1" u="sng">
                <a:solidFill>
                  <a:srgbClr val="2D5F9A"/>
                </a:solidFill>
                <a:latin typeface="Calibri"/>
                <a:ea typeface="Calibri"/>
                <a:cs typeface="Calibri"/>
                <a:hlinkClick xmlns:r="http://schemas.openxmlformats.org/officeDocument/2006/relationships" r:id="R4e2cb4b2837e4080"/>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2D5F9A"/>
                </a:solidFill>
                <a:latin typeface="Calibri"/>
                <a:ea typeface="Calibri"/>
                <a:cs typeface="Calibri"/>
              </a:defRPr>
            </a:pPr>
            <a:r>
              <a:rPr sz="1425" b="0" u="sng">
                <a:solidFill>
                  <a:srgbClr val="2D5F9A"/>
                </a:solidFill>
                <a:latin typeface="Calibri"/>
                <a:ea typeface="Calibri"/>
                <a:cs typeface="Calibri"/>
                <a:hlinkClick xmlns:r="http://schemas.openxmlformats.org/officeDocument/2006/relationships" r:id="R80f710b708eb42d5"/>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2D5F9A"/>
                </a:solidFill>
                <a:latin typeface="Calibri"/>
                <a:ea typeface="Calibri"/>
                <a:cs typeface="Calibri"/>
              </a:defRPr>
            </a:pPr>
            <a:r>
              <a:rPr sz="975" b="0" u="sng">
                <a:solidFill>
                  <a:srgbClr val="2D5F9A"/>
                </a:solidFill>
                <a:latin typeface="Calibri"/>
                <a:ea typeface="Calibri"/>
                <a:cs typeface="Calibri"/>
                <a:hlinkClick xmlns:r="http://schemas.openxmlformats.org/officeDocument/2006/relationships" r:id="R55b2c0ada24d43e9"/>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7fab9928674e1d">
            <a:extLst>
              <a:ext uri="{96DAC541-7B7A-43D3-8B79-37D633B846F1}">
                <asvg:svgBlip xmlns:asvg="http://schemas.microsoft.com/office/drawing/2016/SVG/main" r:embed="Rada46fabc36a4d09"/>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95b251a7f8846a6"/>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b13a7be4987432e">
            <a:extLst>
              <a:ext uri="{96DAC541-7B7A-43D3-8B79-37D633B846F1}">
                <asvg:svgBlip xmlns:asvg="http://schemas.microsoft.com/office/drawing/2016/SVG/main" r:embed="R9e091dc9577c4775"/>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d997f9577e4e4d3f"/>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14f8277d0c499c">
            <a:extLst>
              <a:ext uri="{96DAC541-7B7A-43D3-8B79-37D633B846F1}">
                <asvg:svgBlip xmlns:asvg="http://schemas.microsoft.com/office/drawing/2016/SVG/main" r:embed="Re70573b6bcff45c7"/>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1a8cb134a38d489c"/>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385b0853c4e417b">
            <a:extLst>
              <a:ext uri="{96DAC541-7B7A-43D3-8B79-37D633B846F1}">
                <asvg:svgBlip xmlns:asvg="http://schemas.microsoft.com/office/drawing/2016/SVG/main" r:embed="R393780158089439d"/>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2D5F9A"/>
                </a:solidFill>
                <a:latin typeface="Calibri"/>
                <a:ea typeface="Calibri"/>
                <a:cs typeface="Calibri"/>
              </a:defRPr>
            </a:pPr>
            <a:r>
              <a:rPr sz="1875" b="1" u="sng">
                <a:solidFill>
                  <a:srgbClr val="2D5F9A"/>
                </a:solidFill>
                <a:latin typeface="Calibri"/>
                <a:ea typeface="Calibri"/>
                <a:cs typeface="Calibri"/>
                <a:hlinkClick xmlns:r="http://schemas.openxmlformats.org/officeDocument/2006/relationships" r:id="R9f5de05d992f4698"/>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Calibri"/>
                <a:ea typeface="Calibri"/>
                <a:cs typeface="Calibri"/>
              </a:defRPr>
            </a:pPr>
            <a:r>
              <a:rPr sz="1650" b="0">
                <a:solidFill>
                  <a:srgbClr val="173F33"/>
                </a:solidFill>
                <a:latin typeface="Calibri"/>
                <a:ea typeface="Calibri"/>
                <a:cs typeface="Calibri"/>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Saanthvana keeps your cancer care in one place</a:t>
            </a:r>
          </a:p>
        </p:txBody>
      </p:sp>
      <p:pic>
        <p:nvPicPr>
          <p:cNvPr id="24" name="Live Saanthvana patient homepage" descr="Patient homepage captured from saanthvana.wedevit.in"/>
          <p:cNvPicPr>
            <a:picLocks xmlns:a="http://schemas.openxmlformats.org/drawingml/2006/main" noChangeAspect="1"/>
          </p:cNvPicPr>
          <p:nvPr/>
        </p:nvPicPr>
        <p:blipFill>
          <a:blip xmlns:r="http://schemas.openxmlformats.org/officeDocument/2006/relationships" xmlns:a="http://schemas.openxmlformats.org/drawingml/2006/main" r:embed="R3667933a6ee1478a"/>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e46a54831cc245d1"/>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10351eecf44f09">
            <a:extLst>
              <a:ext uri="{96DAC541-7B7A-43D3-8B79-37D633B846F1}">
                <asvg:svgBlip xmlns:asvg="http://schemas.microsoft.com/office/drawing/2016/SVG/main" r:embed="R61309462f1154fdb"/>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b6fb981b607744bb"/>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0ac72d85b734933">
            <a:extLst>
              <a:ext uri="{96DAC541-7B7A-43D3-8B79-37D633B846F1}">
                <asvg:svgBlip xmlns:asvg="http://schemas.microsoft.com/office/drawing/2016/SVG/main" r:embed="Rc01cf3eb367c49e4"/>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2D5F9A"/>
                </a:solidFill>
                <a:latin typeface="Calibri"/>
                <a:ea typeface="Calibri"/>
                <a:cs typeface="Calibri"/>
              </a:defRPr>
            </a:pPr>
            <a:r>
              <a:rPr sz="1950" b="1" u="sng">
                <a:solidFill>
                  <a:srgbClr val="2D5F9A"/>
                </a:solidFill>
                <a:latin typeface="Calibri"/>
                <a:ea typeface="Calibri"/>
                <a:cs typeface="Calibri"/>
                <a:hlinkClick xmlns:r="http://schemas.openxmlformats.org/officeDocument/2006/relationships" r:id="R5b3214e6ec8043d6"/>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445dbbd60e144e3">
            <a:extLst>
              <a:ext uri="{96DAC541-7B7A-43D3-8B79-37D633B846F1}">
                <asvg:svgBlip xmlns:asvg="http://schemas.microsoft.com/office/drawing/2016/SVG/main" r:embed="R14275f736eeb4849"/>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2D5F9A"/>
                </a:solidFill>
                <a:latin typeface="Calibri"/>
                <a:ea typeface="Calibri"/>
                <a:cs typeface="Calibri"/>
              </a:defRPr>
            </a:pPr>
            <a:r>
              <a:rPr sz="1800" b="1" u="sng">
                <a:solidFill>
                  <a:srgbClr val="2D5F9A"/>
                </a:solidFill>
                <a:latin typeface="Calibri"/>
                <a:ea typeface="Calibri"/>
                <a:cs typeface="Calibri"/>
                <a:hlinkClick xmlns:r="http://schemas.openxmlformats.org/officeDocument/2006/relationships" r:id="R33db8d9a16b14618"/>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90a8d0536a498c">
            <a:extLst>
              <a:ext uri="{96DAC541-7B7A-43D3-8B79-37D633B846F1}">
                <asvg:svgBlip xmlns:asvg="http://schemas.microsoft.com/office/drawing/2016/SVG/main" r:embed="Rcb7838309d5b4ec8"/>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2D5F9A"/>
                </a:solidFill>
                <a:latin typeface="Calibri"/>
                <a:ea typeface="Calibri"/>
                <a:cs typeface="Calibri"/>
              </a:defRPr>
            </a:pPr>
            <a:r>
              <a:rPr sz="1725" b="1" u="sng">
                <a:solidFill>
                  <a:srgbClr val="2D5F9A"/>
                </a:solidFill>
                <a:latin typeface="Calibri"/>
                <a:ea typeface="Calibri"/>
                <a:cs typeface="Calibri"/>
                <a:hlinkClick xmlns:r="http://schemas.openxmlformats.org/officeDocument/2006/relationships" r:id="Rf4880cd3a86e4fa4"/>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1d8be228ee2a42c0"/>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2D5F9A"/>
                </a:solidFill>
                <a:latin typeface="Calibri"/>
                <a:ea typeface="Calibri"/>
                <a:cs typeface="Calibri"/>
              </a:defRPr>
            </a:pPr>
            <a:r>
              <a:rPr sz="1425" b="1" u="sng">
                <a:solidFill>
                  <a:srgbClr val="2D5F9A"/>
                </a:solidFill>
                <a:latin typeface="Calibri"/>
                <a:ea typeface="Calibri"/>
                <a:cs typeface="Calibri"/>
                <a:hlinkClick xmlns:r="http://schemas.openxmlformats.org/officeDocument/2006/relationships" r:id="Rf2d11867fa694910"/>
              </a:rPr>
              <a:t>OPEN - saanthvana.wedevit.in</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Georgia"/>
                <a:ea typeface="Georgia"/>
                <a:cs typeface="Georgia"/>
              </a:defRPr>
            </a:pPr>
            <a:r>
              <a:rPr sz="3000" b="1">
                <a:solidFill>
                  <a:srgbClr val="173F33"/>
                </a:solidFill>
                <a:latin typeface="Georgia"/>
                <a:ea typeface="Georgia"/>
                <a:cs typeface="Georgia"/>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Calibri"/>
                <a:ea typeface="Calibri"/>
                <a:cs typeface="Calibri"/>
              </a:defRPr>
            </a:pPr>
            <a:r>
              <a:rPr sz="1800" b="0">
                <a:solidFill>
                  <a:srgbClr val="53655C"/>
                </a:solidFill>
                <a:latin typeface="Calibri"/>
                <a:ea typeface="Calibri"/>
                <a:cs typeface="Calibri"/>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28263da5f1e74ab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7a0ab13476c4c6a">
            <a:extLst>
              <a:ext uri="{96DAC541-7B7A-43D3-8B79-37D633B846F1}">
                <asvg:svgBlip xmlns:asvg="http://schemas.microsoft.com/office/drawing/2016/SVG/main" r:embed="R12116d5be3c24533"/>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Calibri"/>
                <a:ea typeface="Calibri"/>
                <a:cs typeface="Calibri"/>
              </a:defRPr>
            </a:pPr>
            <a:r>
              <a:rPr sz="1575" b="0">
                <a:solidFill>
                  <a:srgbClr val="53655C"/>
                </a:solidFill>
                <a:latin typeface="Calibri"/>
                <a:ea typeface="Calibri"/>
                <a:cs typeface="Calibri"/>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1ea8974cf234d82">
            <a:extLst>
              <a:ext uri="{96DAC541-7B7A-43D3-8B79-37D633B846F1}">
                <asvg:svgBlip xmlns:asvg="http://schemas.microsoft.com/office/drawing/2016/SVG/main" r:embed="Rb9534b2ea31f43e7"/>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ca542b92f52489d">
            <a:extLst>
              <a:ext uri="{96DAC541-7B7A-43D3-8B79-37D633B846F1}">
                <asvg:svgBlip xmlns:asvg="http://schemas.microsoft.com/office/drawing/2016/SVG/main" r:embed="Rf236de00fcce4de4"/>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69bfac708ba4b74">
            <a:extLst>
              <a:ext uri="{96DAC541-7B7A-43D3-8B79-37D633B846F1}">
                <asvg:svgBlip xmlns:asvg="http://schemas.microsoft.com/office/drawing/2016/SVG/main" r:embed="Rf4b2f39e62d04797"/>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448e180ac1f4b0d">
            <a:extLst>
              <a:ext uri="{96DAC541-7B7A-43D3-8B79-37D633B846F1}">
                <asvg:svgBlip xmlns:asvg="http://schemas.microsoft.com/office/drawing/2016/SVG/main" r:embed="R3ae965c44f724d0c"/>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Calibri"/>
                <a:ea typeface="Calibri"/>
                <a:cs typeface="Calibri"/>
              </a:defRPr>
            </a:pPr>
            <a:r>
              <a:rPr sz="2025" b="1">
                <a:solidFill>
                  <a:srgbClr val="173F33"/>
                </a:solidFill>
                <a:latin typeface="Calibri"/>
                <a:ea typeface="Calibri"/>
                <a:cs typeface="Calibri"/>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8263da5f1e74ab8">
            <a:extLst>
              <a:ext uri="{96DAC541-7B7A-43D3-8B79-37D633B846F1}">
                <asvg:svgBlip xmlns:asvg="http://schemas.microsoft.com/office/drawing/2016/SVG/main" r:embed="R94c15d90a7844c79"/>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adaba22ec464e42">
            <a:extLst>
              <a:ext uri="{96DAC541-7B7A-43D3-8B79-37D633B846F1}">
                <asvg:svgBlip xmlns:asvg="http://schemas.microsoft.com/office/drawing/2016/SVG/main" r:embed="R1764baf1e5c54f02"/>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Calibri"/>
                <a:ea typeface="Calibri"/>
                <a:cs typeface="Calibri"/>
              </a:defRPr>
            </a:pPr>
            <a:r>
              <a:rPr sz="1725" b="1">
                <a:solidFill>
                  <a:srgbClr val="173F33"/>
                </a:solidFill>
                <a:latin typeface="Calibri"/>
                <a:ea typeface="Calibri"/>
                <a:cs typeface="Calibri"/>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4DDCB"/>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Georgia"/>
                <a:ea typeface="Georgia"/>
                <a:cs typeface="Georgia"/>
              </a:defRPr>
            </a:pPr>
            <a:r>
              <a:rPr sz="2925" b="1">
                <a:solidFill>
                  <a:srgbClr val="173F33"/>
                </a:solidFill>
                <a:latin typeface="Georgia"/>
                <a:ea typeface="Georgia"/>
                <a:cs typeface="Georgia"/>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Calibri"/>
                <a:ea typeface="Calibri"/>
                <a:cs typeface="Calibri"/>
              </a:defRPr>
            </a:pPr>
            <a:r>
              <a:rPr sz="1875" b="0">
                <a:solidFill>
                  <a:srgbClr val="53655C"/>
                </a:solidFill>
                <a:latin typeface="Calibri"/>
                <a:ea typeface="Calibri"/>
                <a:cs typeface="Calibri"/>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9f96e274c66a4124"/>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nthvana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a6e70ba24e734d4f"/>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9a6f2d94400453d">
            <a:extLst>
              <a:ext uri="{96DAC541-7B7A-43D3-8B79-37D633B846F1}">
                <asvg:svgBlip xmlns:asvg="http://schemas.microsoft.com/office/drawing/2016/SVG/main" r:embed="R33d94916fc594ca4"/>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1a75a02a5854542">
            <a:extLst>
              <a:ext uri="{96DAC541-7B7A-43D3-8B79-37D633B846F1}">
                <asvg:svgBlip xmlns:asvg="http://schemas.microsoft.com/office/drawing/2016/SVG/main" r:embed="Rbfe691097a194dc5"/>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068625786b54861">
            <a:extLst>
              <a:ext uri="{96DAC541-7B7A-43D3-8B79-37D633B846F1}">
                <asvg:svgBlip xmlns:asvg="http://schemas.microsoft.com/office/drawing/2016/SVG/main" r:embed="Rdc1b889508424252"/>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9f96e274c66a4124">
            <a:extLst>
              <a:ext uri="{96DAC541-7B7A-43D3-8B79-37D633B846F1}">
                <asvg:svgBlip xmlns:asvg="http://schemas.microsoft.com/office/drawing/2016/SVG/main" r:embed="R3c44ea93690b4561"/>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e70ba24e734d4f">
            <a:extLst>
              <a:ext uri="{96DAC541-7B7A-43D3-8B79-37D633B846F1}">
                <asvg:svgBlip xmlns:asvg="http://schemas.microsoft.com/office/drawing/2016/SVG/main" r:embed="Rac1f22c188e74834"/>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Calibri"/>
                <a:ea typeface="Calibri"/>
                <a:cs typeface="Calibri"/>
              </a:defRPr>
            </a:pPr>
            <a:r>
              <a:rPr sz="1800" b="1">
                <a:solidFill>
                  <a:srgbClr val="173F33"/>
                </a:solidFill>
                <a:latin typeface="Calibri"/>
                <a:ea typeface="Calibri"/>
                <a:cs typeface="Calibri"/>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Calibri"/>
                <a:ea typeface="Calibri"/>
                <a:cs typeface="Calibri"/>
              </a:defRPr>
            </a:pPr>
            <a:r>
              <a:rPr sz="1875" b="1">
                <a:solidFill>
                  <a:srgbClr val="173F33"/>
                </a:solidFill>
                <a:latin typeface="Calibri"/>
                <a:ea typeface="Calibri"/>
                <a:cs typeface="Calibri"/>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2D5F9A"/>
                </a:solidFill>
                <a:latin typeface="Calibri"/>
                <a:ea typeface="Calibri"/>
                <a:cs typeface="Calibri"/>
              </a:defRPr>
            </a:pPr>
            <a:r>
              <a:rPr sz="1313" b="0" u="sng">
                <a:solidFill>
                  <a:srgbClr val="2D5F9A"/>
                </a:solidFill>
                <a:latin typeface="Calibri"/>
                <a:ea typeface="Calibri"/>
                <a:cs typeface="Calibri"/>
                <a:hlinkClick xmlns:r="http://schemas.openxmlformats.org/officeDocument/2006/relationships" r:id="R3862a1e8ebc2480c"/>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Georgia"/>
                <a:ea typeface="Georgia"/>
                <a:cs typeface="Georgia"/>
              </a:defRPr>
            </a:pPr>
            <a:r>
              <a:rPr sz="3450" b="1">
                <a:solidFill>
                  <a:srgbClr val="FFD154"/>
                </a:solidFill>
                <a:latin typeface="Georgia"/>
                <a:ea typeface="Georgia"/>
                <a:cs typeface="Georgia"/>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4d2e3d9fad244f7"/>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8e3a0d16031f4a8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e8d112ae2e1d4244"/>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3f0c473611954036"/>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eaa2afcd47843d4"/>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bc987a6d4c14332"/>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db531332d2d4f28"/>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9ce71ff2abe649e8"/>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d6ab34736c143ed"/>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2D5F9A"/>
                </a:solidFill>
                <a:latin typeface="Calibri"/>
                <a:ea typeface="Calibri"/>
                <a:cs typeface="Calibri"/>
              </a:defRPr>
            </a:pPr>
            <a:r>
              <a:rPr sz="1035" b="0" u="sng">
                <a:solidFill>
                  <a:srgbClr val="2D5F9A"/>
                </a:solidFill>
                <a:latin typeface="Calibri"/>
                <a:ea typeface="Calibri"/>
                <a:cs typeface="Calibri"/>
                <a:hlinkClick xmlns:r="http://schemas.openxmlformats.org/officeDocument/2006/relationships" r:id="R9bb52c682f264b1f"/>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05b4e40292194aee"/>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c461d4757c0d44c7"/>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b828da62ca754619"/>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ea94daa9145450c"/>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646043e586c74101"/>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67156725c7544956"/>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Calibri"/>
                <a:ea typeface="Calibri"/>
                <a:cs typeface="Calibri"/>
              </a:defRPr>
            </a:pPr>
            <a:r>
              <a:rPr sz="1223" b="1">
                <a:solidFill>
                  <a:srgbClr val="173F33"/>
                </a:solidFill>
                <a:latin typeface="Calibri"/>
                <a:ea typeface="Calibri"/>
                <a:cs typeface="Calibri"/>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2D5F9A"/>
                </a:solidFill>
                <a:latin typeface="Calibri"/>
                <a:ea typeface="Calibri"/>
                <a:cs typeface="Calibri"/>
              </a:defRPr>
            </a:pPr>
            <a:r>
              <a:rPr sz="1290" b="0" u="sng">
                <a:solidFill>
                  <a:srgbClr val="2D5F9A"/>
                </a:solidFill>
                <a:latin typeface="Calibri"/>
                <a:ea typeface="Calibri"/>
                <a:cs typeface="Calibri"/>
                <a:hlinkClick xmlns:r="http://schemas.openxmlformats.org/officeDocument/2006/relationships" r:id="Rc605e0239a85435c"/>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2D5F9A"/>
                </a:solidFill>
                <a:latin typeface="Calibri"/>
                <a:ea typeface="Calibri"/>
                <a:cs typeface="Calibri"/>
              </a:defRPr>
            </a:pPr>
            <a:r>
              <a:rPr sz="1163" b="0" u="sng">
                <a:solidFill>
                  <a:srgbClr val="2D5F9A"/>
                </a:solidFill>
                <a:latin typeface="Calibri"/>
                <a:ea typeface="Calibri"/>
                <a:cs typeface="Calibri"/>
                <a:hlinkClick xmlns:r="http://schemas.openxmlformats.org/officeDocument/2006/relationships" r:id="R228f1105c9fd4623"/>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Georgia"/>
        <a:ea typeface="Georgia"/>
        <a:cs typeface="Georgia"/>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2026-09-25T19:47:00.3280000Z</dcterms:created>
  <dcterms:modified xsi:type="dcterms:W3CDTF">2026-09-25T19:47:00.3280000Z</dcterms:modified>
</coreProperties>
</file>